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detecting barrels in 3D point clouds and fairly comparing the methods that can do it, with a focus on occlusion.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with the buried/occluded drum pile — the scenario that makes naive cylinder fitting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Occlusion is not an edge case here — it is the central difficulty and the variable I measure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real/synthetic sources today; simulation is the planned fourth that unlocks perfect ground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framing: the deliverable is the comparison itself; every 'X beats Y' claim is a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survey PDF; note the families and that BarrelNet is the nearest neighbour to my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engineering backbone is what makes a fair comparison possible — every method plugs into the same harness.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I explicitly track annotation/training cost — otherwise learned methods look 'free'.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working methods cover the geometric family; methods 2&amp;3 share a proposer (clean fit comparison), method 4 removes that confound.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perfect synthetic recall is one easy pose; the real and occlusion stress-tests are the point and aren't done. Bar chart uses scoreboard numbers (2026-06-01) — a methods agent is re-running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'Human marks the region, code fits the cylinder' is how I get ground truth on arbitrarily-oriented real drums.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survey-scan over-segmentation as a finding (hard-occlusion case study), not just a bug — it motivates the simulated multi-position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Isaac Sim is the unlock — free perfect ground truth that the learned methods and the occlusion sweep both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contribution: not one detector, but a grounded comparison. Add a concrete timeline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E5E8C"/>
                </a:solidFill>
              </a:defRPr>
            </a:pPr>
            <a:r>
              <a:t>Detection of Semi-Occluded Objects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Barrel / cylinder detection in 3D point clouds — a systematic comparison of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2A9D8F"/>
                </a:solidFill>
              </a:defRPr>
            </a:pPr>
            <a:r>
              <a:t>Master's thesis — progress review</a:t>
            </a:r>
          </a:p>
          <a:p>
            <a:pPr>
              <a:defRPr sz="1800">
                <a:solidFill>
                  <a:srgbClr val="6C6C6C"/>
                </a:solidFill>
              </a:defRPr>
            </a:pPr>
            <a:r>
              <a:t>[FILL: student name]  ·  [FILL: supervisor]  ·  [FILL: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E5E8C"/>
                </a:solidFill>
              </a:defRPr>
            </a:pPr>
            <a:r>
              <a:t>The Problem &amp;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100">
                <a:solidFill>
                  <a:srgbClr val="222222"/>
                </a:solidFill>
              </a:rPr>
              <a:t>• Goal: find barrels (cylinders) in 3D point clouds and recover pose — center, axis, radius</a:t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222222"/>
                </a:solidFill>
              </a:rPr>
              <a:t>• Real setting: drums partially buried in sand and mutually occluding in a pile</a:t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222222"/>
                </a:solidFill>
              </a:rPr>
              <a:t>• Application: industrial / environmental survey of drum sites</a:t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222222"/>
                </a:solidFill>
              </a:rPr>
              <a:t>• Hard part: one viewpoint often shows only a thin arc of each barrel, not the full surface</a:t>
            </a:r>
          </a:p>
        </p:txBody>
      </p:sp>
      <p:pic>
        <p:nvPicPr>
          <p:cNvPr id="5" name="Picture 4" descr="fit_on_full_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543175"/>
            <a:ext cx="4754880" cy="2228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E5E8C"/>
                </a:solidFill>
              </a:defRPr>
            </a:pPr>
            <a:r>
              <a:t>Background: Point Clouds &amp; the Occlusion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100">
                <a:solidFill>
                  <a:srgbClr val="222222"/>
                </a:solidFill>
              </a:rPr>
              <a:t>• Point cloud = unordered 3D points; no connectivity, variable density</a:t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222222"/>
                </a:solidFill>
              </a:rPr>
              <a:t>• Single-viewpoint scans give partial coverage: top caps, short walls, scan-shadows</a:t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222222"/>
                </a:solidFill>
              </a:rPr>
              <a:t>• Occlusion -&gt; each barrel may show only ~120-200° of arc -&gt; ambiguous radius/axis</a:t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222222"/>
                </a:solidFill>
              </a:rPr>
              <a:t>• Burial removes the bottom of the cylinder; clutter &amp; ground hurt segmentation</a:t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222222"/>
                </a:solidFill>
              </a:rPr>
              <a:t>• This is exactly where methods diverge — the right axis to benchmark 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E5E8C"/>
                </a:solidFill>
              </a:defRPr>
            </a:pPr>
            <a:r>
              <a:t>Sensors &amp;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309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Asus Xtion Pro depth camera — lab captures (0.5-3.5 m); small ~8.5 cm test barrel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Terrestrial / HV survey LiDAR — real occluded pile of 200 L drums (r=0.286 m), ~1.23 M pts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Synthetic cylinders — analytic arcs + noise sweep for controlled tests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Future: NVIDIA Isaac Sim — RTX LiDAR + co-registered camera, full ground truth (planned)</a:t>
            </a:r>
          </a:p>
        </p:txBody>
      </p:sp>
      <p:pic>
        <p:nvPicPr>
          <p:cNvPr id="5" name="Picture 4" descr="real_raw_vs_d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350008"/>
            <a:ext cx="5029200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E5E8C"/>
                </a:solidFill>
              </a:defRPr>
            </a:pPr>
            <a:r>
              <a:t>Research Aim &amp;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100">
                <a:solidFill>
                  <a:srgbClr val="222222"/>
                </a:solidFill>
              </a:rPr>
              <a:t>• An empirical, systematic comparison — NOT defending one predetermined hypothesis</a:t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222222"/>
                </a:solidFill>
              </a:rPr>
              <a:t>• RQ1: Which method detects barrels best, especially under occlusion / partial burial?</a:t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222222"/>
                </a:solidFill>
              </a:rPr>
              <a:t>• RQ2: How do precision/recall &amp; pose error move as occlusion increases, per method?</a:t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222222"/>
                </a:solidFill>
              </a:rPr>
              <a:t>• RQ3: When does camera+LiDAR fusion beat LiDAR-only? Geometric vs learned once annotation cost counts?</a:t>
            </a:r>
          </a:p>
          <a:p>
            <a:pPr>
              <a:spcAft>
                <a:spcPts val="700"/>
              </a:spcAft>
            </a:pPr>
            <a:r>
              <a:rPr sz="2100">
                <a:solidFill>
                  <a:srgbClr val="222222"/>
                </a:solidFill>
              </a:rPr>
              <a:t>• Trade-offs are findings to MEASURE, not assume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E5E8C"/>
                </a:solidFill>
              </a:defRPr>
            </a:pPr>
            <a:r>
              <a:t>Methods Being Compared — Three Families</a:t>
            </a:r>
          </a:p>
        </p:txBody>
      </p:sp>
      <p:pic>
        <p:nvPicPr>
          <p:cNvPr id="4" name="Picture 3" descr="method_fami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22" y="1325880"/>
            <a:ext cx="11175076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Closest prior work: BarrelNet (Yan et al., OCEANS 2024) — PointNet on synthetic occluded/buried cylinders (no public code)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Backed by a 9-page literature survey: 18-method comparison table + occlusion-suitability rubric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E5E8C"/>
                </a:solidFill>
              </a:defRPr>
            </a:pPr>
            <a:r>
              <a:t>Architecture &amp; Method Contract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570" y="1371600"/>
            <a:ext cx="850838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Key split: proposer ('a barrel is here') separated from the metric fit (radius/axis/pose)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Uniform contract -&gt; same data in, same predictions.json schema out -&gt; method-agnostic, fair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E5E8C"/>
                </a:solidFill>
              </a:defRPr>
            </a:pPr>
            <a:r>
              <a:t>Evaluation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222222"/>
                </a:solidFill>
              </a:rPr>
              <a:t>• Shared schema: gt.json (truth) vs predictions.json (per method), both in meters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222222"/>
                </a:solidFill>
              </a:rPr>
              <a:t>• eval/evaluate.py matches predictions to GT and reports:</a:t>
            </a:r>
          </a:p>
          <a:p>
            <a:pPr lvl="1">
              <a:spcAft>
                <a:spcPts val="300"/>
              </a:spcAft>
            </a:pPr>
            <a:r>
              <a:rPr sz="1800">
                <a:solidFill>
                  <a:srgbClr val="6C6C6C"/>
                </a:solidFill>
              </a:rPr>
              <a:t>– Detection: Precision / Recall / F1  (AP@IoU planned)</a:t>
            </a:r>
          </a:p>
          <a:p>
            <a:pPr lvl="1">
              <a:spcAft>
                <a:spcPts val="300"/>
              </a:spcAft>
            </a:pPr>
            <a:r>
              <a:rPr sz="1800">
                <a:solidFill>
                  <a:srgbClr val="6C6C6C"/>
                </a:solidFill>
              </a:rPr>
              <a:t>– Pose: radius RMSE, axis-angle error (deg), center error</a:t>
            </a:r>
          </a:p>
          <a:p>
            <a:pPr lvl="1">
              <a:spcAft>
                <a:spcPts val="300"/>
              </a:spcAft>
            </a:pPr>
            <a:r>
              <a:rPr sz="1800">
                <a:solidFill>
                  <a:srgbClr val="6C6C6C"/>
                </a:solidFill>
              </a:rPr>
              <a:t>– Runtime per scan; annotation/training cost as a column (geometric vs learned fairness)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222222"/>
                </a:solidFill>
              </a:rPr>
              <a:t>• Recall-vs-occlusion% curve is the headline metric once the sweep exists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E5E8C"/>
                </a:solidFill>
              </a:defRPr>
            </a:pPr>
            <a:r>
              <a:t>What Works Today: Four Geometric Detectors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3dtk_hough — baseline; 3DTK randomized 2-step Hough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ransac_cylinder — shared proposer + normals2step fit (normal-covariance axis + 2D circle-RANSAC)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ls_cylinder — shared proposer + nonlinear least-squares cylinder fit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efficient_ransac — self-contained Schnabel/CGAL, NO proposer (removes proposer confound)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All LiDAR-only geometric, no training data; reuse off-the-shelf code</a:t>
            </a:r>
          </a:p>
        </p:txBody>
      </p:sp>
      <p:pic>
        <p:nvPicPr>
          <p:cNvPr id="5" name="Picture 4" descr="methods_grid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656332"/>
            <a:ext cx="4846320" cy="14538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E5E8C"/>
                </a:solidFill>
              </a:defRPr>
            </a:pPr>
            <a:r>
              <a:t>Preliminary Results  [refresh after re-run]</a:t>
            </a:r>
          </a:p>
        </p:txBody>
      </p:sp>
      <p:pic>
        <p:nvPicPr>
          <p:cNvPr id="4" name="Picture 3" descr="result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85849"/>
            <a:ext cx="6949440" cy="3434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417320"/>
            <a:ext cx="4572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22222"/>
                </a:solidFill>
              </a:rPr>
              <a:t>• Synthetic: LS &amp; RANSAC perfect P/R/F1; radius RMSE 0.06-0.40 cm; axis &lt;0.5°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2222"/>
                </a:solidFill>
              </a:rPr>
              <a:t>• Efficient RANSAC fastest (~0.05 s) but noise-sensitive (R 0.80)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2222"/>
                </a:solidFill>
              </a:rPr>
              <a:t>• First real (Xtion): all 4 detect (recall 1.0); radius err ~6-8x synth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6C6C6C"/>
                </a:solidFill>
              </a:rPr>
              <a:t>– 3dtk_hough: phantom 2nd cylinder (P=0.50), non-deterministic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2222"/>
                </a:solidFill>
              </a:rPr>
              <a:t>• Caveat: synth set ~one occlusion level — does NOT yet test occlusion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2222"/>
                </a:solidFill>
              </a:rPr>
              <a:t>• [FILL] drop in refreshed numbers from eval/*.csv after the re-run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E5E8C"/>
                </a:solidFill>
              </a:defRPr>
            </a:pPr>
            <a:r>
              <a:t>Data &amp; Annotation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Synthetic generator: analytic arcs (--arc-deg), radial normals, noise variants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Real Xtion captures via ROS 2; crop pipeline (voxel -&gt; RANSAC planes -&gt; DBSCAN -&gt; priors)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Real occluded survey scene cropped from the 1.23 M-pt scan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GT pipeline (works): CloudCompare crop one drum -&gt; fit_from_segments.py -&gt; gt.json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6C6C6C"/>
                </a:solidFill>
              </a:rPr>
              <a:t>– 'Human marks the region, code fits the cylinder'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222"/>
                </a:solidFill>
              </a:rPr>
              <a:t>• First real GT: tilted barrel, R 0.286 m, fit RMS 22 mm</a:t>
            </a:r>
          </a:p>
        </p:txBody>
      </p:sp>
      <p:pic>
        <p:nvPicPr>
          <p:cNvPr id="5" name="Picture 4" descr="fit_barrel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672334"/>
            <a:ext cx="4937760" cy="16047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E5E8C"/>
                </a:solidFill>
              </a:defRPr>
            </a:pPr>
            <a:r>
              <a:t>Challenges Encountered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No-GUI host: Wayland laptop can't run 3DTK show / CloudCompare -&gt; Docker + VNC/EGL headless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Units: 3DTK cm vs Open3D/PCD m vs schema m — a recurring source of bugs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Occlusion/viewpoint: single overhead view = caps + short walls -&gt; RANSAC over-segments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Annotation cost: no mouse/right-click -&gt; cross-section box; coaxial drums can't be split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222222"/>
                </a:solidFill>
              </a:rPr>
              <a:t>• Environment: system Python 3.14 has no deps -&gt; project runs in a uv venv (3.12)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E5E8C"/>
                </a:solidFill>
              </a:defRPr>
            </a:pPr>
            <a:r>
              <a:t>Future Plan / Roadmap</a:t>
            </a:r>
          </a:p>
        </p:txBody>
      </p:sp>
      <p:pic>
        <p:nvPicPr>
          <p:cNvPr id="4" name="Picture 3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170" y="1280160"/>
            <a:ext cx="846518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9768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Isaac Sim dataset: per-barrel GT, masks, true occlusion %; sweep count/spacing/burial/occlusion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Occlusion sweep: recall + pose error vs true occlusion %, per method (headline result)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222222"/>
                </a:solidFill>
              </a:rPr>
              <a:t>• Learned LiDAR (PointNet++/BarrelNet, BtcDet) + camera+LiDAR fusion; calibration-noise experiment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E5E8C"/>
                </a:solidFill>
              </a:defRPr>
            </a:pPr>
            <a:r>
              <a:t>Timeline, Next Steps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222222"/>
                </a:solidFill>
              </a:rPr>
              <a:t>• Done: comparison harness + schema; 4 geometric LiDAR methods; synth + first real scoring; GT pipeline; survey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222222"/>
                </a:solidFill>
              </a:rPr>
              <a:t>• Next (near-term): run all 4 on the real survey drum segment untuned; occlusion sweep on synth data</a:t>
            </a:r>
          </a:p>
          <a:p>
            <a:pPr lvl="1">
              <a:spcAft>
                <a:spcPts val="300"/>
              </a:spcAft>
            </a:pPr>
            <a:r>
              <a:rPr sz="1700">
                <a:solidFill>
                  <a:srgbClr val="6C6C6C"/>
                </a:solidFill>
              </a:rPr>
              <a:t>– [FILL: dated month-by-month timeline]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222222"/>
                </a:solidFill>
              </a:rPr>
              <a:t>• Then: Isaac Sim data -&gt; learned methods -&gt; fusion -&gt; full cross-family comparison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222222"/>
                </a:solidFill>
              </a:rPr>
              <a:t>• Summary: contribution is a fair, method-agnostic comparison of barrel detectors under occlusion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